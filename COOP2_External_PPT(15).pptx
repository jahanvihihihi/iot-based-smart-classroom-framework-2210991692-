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9" r:id="rId7"/>
    <p:sldId id="270" r:id="rId8"/>
    <p:sldId id="271" r:id="rId9"/>
    <p:sldId id="273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5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400" b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IoT Based Smart Classroom Monitoring Framework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Jahanvi Sharma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(2210991692)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Rahul Mehra (2210992130)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Mr. </a:t>
            </a:r>
            <a:r>
              <a:rPr lang="en-US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Shyam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Goyal</a:t>
            </a: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</a:t>
            </a: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University, Punjab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The Digital Shift in Mental Health 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242029" y="1009714"/>
            <a:ext cx="483385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 Background</a:t>
            </a:r>
            <a:endParaRPr lang="en-US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IoT-based smart classroom uses connected sensors to monitor environment and activity in real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analytics to improve teaching and classroom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management.This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a safer, smarter, and more efficient learning environment.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Role of Technology</a:t>
            </a:r>
            <a:endParaRPr lang="en-US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enables real-time monitoring and automation in smart classroom through connected </a:t>
            </a:r>
            <a:r>
              <a:rPr lang="en-US" sz="19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devices.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Goal</a:t>
            </a:r>
            <a:endParaRPr lang="en-US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IoT based smart classroom monitoring framework for real time data collection and to analyze classroom conditions.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5B1EA-9CA2-7432-3212-A70A8D97F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273" y="1255776"/>
            <a:ext cx="4027604" cy="4838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9E5E-68CE-491C-BC6A-7A6BC284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322E3-1D1F-F64D-4D84-AAC93CC4C24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1278764"/>
            <a:ext cx="5028840" cy="4552336"/>
          </a:xfrm>
        </p:spPr>
        <p:txBody>
          <a:bodyPr numCol="1">
            <a:normAutofit/>
          </a:bodyPr>
          <a:lstStyle/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Challenge</a:t>
            </a:r>
          </a:p>
          <a:p>
            <a:pPr marL="139700" lvl="0" indent="0" algn="just">
              <a:buClr>
                <a:srgbClr val="000000"/>
              </a:buClr>
              <a:buSzPts val="1400"/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traditional classrooms are old and there are many challenges that affect effective learning of the students like air quality , noise and temperature.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Complexity</a:t>
            </a:r>
          </a:p>
          <a:p>
            <a:pPr marL="139700" lvl="0" indent="0" algn="just">
              <a:buClr>
                <a:srgbClr val="000000"/>
              </a:buClr>
              <a:buSzPts val="1400"/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from multiple IoT sensors is diverse , high volume and difficult to mange in real time.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Specific Challenge</a:t>
            </a:r>
          </a:p>
          <a:p>
            <a:pPr marL="139700" lvl="0" indent="0" algn="just">
              <a:buClr>
                <a:srgbClr val="000000"/>
              </a:buClr>
              <a:buSzPts val="1400"/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Integrating data from multiple IoT sensors into a unified , real time monitoring system remains a key challenge.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3E9965-066E-3688-EDF8-B255E2B2C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761" y="1097280"/>
            <a:ext cx="3765755" cy="508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3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DD994-F240-B581-6FC1-E49A1D68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0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B1511-554A-0279-8649-28788A2C96D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0" y="960652"/>
            <a:ext cx="9144000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Real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(1,259+ records).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Set: 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Temprature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Noise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light intensity.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Engine: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Cleaning: Removing outliers and handling null values.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Encoding: Label Encoding for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survey responses.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Scaling: Feature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Scaler.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Risk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vs. No Risk.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analysis: LR, SVM, Random Forest, and Gradient Boosting.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80/20 Train-Test split with Cross-Validation.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8C255-032A-55EC-92DE-FB6C1E10D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138" y="3218688"/>
            <a:ext cx="4651341" cy="308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3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6E99E-B4CA-6DFB-5E72-5822076F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99" y="0"/>
            <a:ext cx="5486040" cy="914040"/>
          </a:xfrm>
        </p:spPr>
        <p:txBody>
          <a:bodyPr/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 &amp; Performance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5A7BA-E44F-0AD8-48E0-5761D4B095E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3741" y="914040"/>
            <a:ext cx="5668298" cy="5319252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Distribution: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Features are distributed across multiple layers , including sensing , edge processing , cloud analytics and user applications. This layered distribution ensures efficient data flow.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Model Strategy: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collaborative model strategy integrates stakeholders such as teachers , administrators and IT teams to ensure effective system implementation and use.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Criteria (The Metrics):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Accurate real time data collection and reliable system performance with minimal latency.</a:t>
            </a:r>
          </a:p>
          <a:p>
            <a:pPr algn="just"/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79052D-B4A0-52CC-5145-EF1CD6690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91" r="29591"/>
          <a:stretch/>
        </p:blipFill>
        <p:spPr bwMode="auto">
          <a:xfrm>
            <a:off x="5987844" y="1347019"/>
            <a:ext cx="2939847" cy="4788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18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3A50-679B-31A3-FA12-E76930A8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0" y="0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B39E1E-F6DC-C6A8-90B0-801F562D6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5344" y="1575104"/>
            <a:ext cx="907084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the IoT-based smart classroom monitoring framework offers an efficient and intelligent solution to modern educational challenges by enabling real-time data collection, analysis, and decision-making. It enhances classroom safety, optimizes resource utilization, and improves the overall learning environment through continuous monitoring and automation. By integrating advanced technologies, the system supports data-driven insights that lead to better management, higher engagement, and improved educational outcomes.</a:t>
            </a:r>
          </a:p>
        </p:txBody>
      </p:sp>
    </p:spTree>
    <p:extLst>
      <p:ext uri="{BB962C8B-B14F-4D97-AF65-F5344CB8AC3E}">
        <p14:creationId xmlns:p14="http://schemas.microsoft.com/office/powerpoint/2010/main" val="3851657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36007</TotalTime>
  <Words>480</Words>
  <Application>Microsoft Office PowerPoint</Application>
  <PresentationFormat>On-screen Show (4:3)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System Design</vt:lpstr>
      <vt:lpstr>Data Insights &amp; Performance Metrics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Maulik gupta</cp:lastModifiedBy>
  <cp:revision>2303</cp:revision>
  <dcterms:created xsi:type="dcterms:W3CDTF">2010-04-09T07:36:15Z</dcterms:created>
  <dcterms:modified xsi:type="dcterms:W3CDTF">2026-04-30T17:38:43Z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